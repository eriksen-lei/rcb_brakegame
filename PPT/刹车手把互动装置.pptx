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HANDLE INTERACTIVE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摩托车刹车手把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互动装置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548640" y="3401568"/>
            <a:ext cx="164592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刹车测试挑战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让客户亲手感受你的产品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1097280" cy="1097280"/>
          </a:xfrm>
          <a:prstGeom prst="rect">
            <a:avLst/>
          </a:prstGeom>
          <a:solidFill>
            <a:srgbClr val="2B5FE3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0" y="1645920"/>
            <a:ext cx="731520" cy="731520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773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· 展览方案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47731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键盘方向键翻页 · B 键静态模式 · ESC 索引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PAIN POINTS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展会同质化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严重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560320" cy="1737360"/>
          </a:xfrm>
          <a:prstGeom prst="rect">
            <a:avLst/>
          </a:prstGeom>
          <a:solidFill>
            <a:srgbClr val="1F2D52"/>
          </a:solidFill>
          <a:ln w="12700">
            <a:solidFill>
              <a:srgbClr val="2B5F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走马观花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客户走一圈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什么都不记得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743200"/>
            <a:ext cx="2560320" cy="1737360"/>
          </a:xfrm>
          <a:prstGeom prst="rect">
            <a:avLst/>
          </a:prstGeom>
          <a:solidFill>
            <a:srgbClr val="1F2D52"/>
          </a:solidFill>
          <a:ln w="12700">
            <a:solidFill>
              <a:srgbClr val="2B5F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静态展示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产品无法产生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743200"/>
            <a:ext cx="2560320" cy="1737360"/>
          </a:xfrm>
          <a:prstGeom prst="rect">
            <a:avLst/>
          </a:prstGeom>
          <a:solidFill>
            <a:srgbClr val="1F2D52"/>
          </a:solidFill>
          <a:ln w="12700">
            <a:solidFill>
              <a:srgbClr val="2B5F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缺乏互动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没有让客户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亲身参与的体验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73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背景与痛点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" cy="685800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5303520" cy="685800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647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产品即控制器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0391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用客户的刹车手把产品作为游戏控制器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54864" cy="685800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606040"/>
            <a:ext cx="5303520" cy="685800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791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霍尔线性检测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9535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两个手把，线性霍尔传感器检测拉力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54864" cy="685800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520440"/>
            <a:ext cx="5303520" cy="685800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935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真实手感体验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38679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握住真实手把参与刹车测试游戏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2651760" cy="3200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系统连接示意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2103120"/>
            <a:ext cx="2286000" cy="320040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刹车手把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2514600"/>
            <a:ext cx="1737360" cy="2743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2514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霍尔传感器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9440" y="2880360"/>
            <a:ext cx="1188720" cy="274320"/>
          </a:xfrm>
          <a:prstGeom prst="rect">
            <a:avLst/>
          </a:prstGeom>
          <a:solidFill>
            <a:srgbClr val="0F1A35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2880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0" y="3246120"/>
            <a:ext cx="457200" cy="274320"/>
          </a:xfrm>
          <a:prstGeom prst="rect">
            <a:avLst/>
          </a:prstGeom>
          <a:solidFill>
            <a:srgbClr val="0F1A35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49440" y="3611880"/>
            <a:ext cx="1188720" cy="274320"/>
          </a:xfrm>
          <a:prstGeom prst="rect">
            <a:avLst/>
          </a:prstGeom>
          <a:solidFill>
            <a:srgbClr val="0F1A35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3611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大屏幕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HID 模拟游戏手柄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55080" y="4251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线性映射 · 即插即用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DE5F5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773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硬件方案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566160" y="868680"/>
            <a:ext cx="45720" cy="457200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0" y="8412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霍尔传感器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011680" cy="2194560"/>
          </a:xfrm>
          <a:prstGeom prst="rect">
            <a:avLst/>
          </a:prstGeom>
          <a:solidFill>
            <a:srgbClr val="1F2D52"/>
          </a:solidFill>
          <a:ln w="12700">
            <a:solidFill>
              <a:srgbClr val="2B3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642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线性霍尔传感器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4505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无磨损 · 精度高 · 寿命长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761488"/>
            <a:ext cx="1737360" cy="0"/>
          </a:xfrm>
          <a:prstGeom prst="line">
            <a:avLst/>
          </a:prstGeom>
          <a:noFill/>
          <a:ln w="12700">
            <a:solidFill>
              <a:srgbClr val="2B3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346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AH3505 / A1302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非接触式检测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磁场强度变化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1554480"/>
            <a:ext cx="2011680" cy="2194560"/>
          </a:xfrm>
          <a:prstGeom prst="rect">
            <a:avLst/>
          </a:prstGeom>
          <a:solidFill>
            <a:srgbClr val="1F2D52"/>
          </a:solidFill>
          <a:ln w="12700">
            <a:solidFill>
              <a:srgbClr val="2B3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6642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4320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钕磁铁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4505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隐藏安装 · 无需改造手把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0" y="2761488"/>
            <a:ext cx="1737360" cy="0"/>
          </a:xfrm>
          <a:prstGeom prst="line">
            <a:avLst/>
          </a:prstGeom>
          <a:noFill/>
          <a:ln w="12700">
            <a:solidFill>
              <a:srgbClr val="2B3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8346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贴附于手把背面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跟随把手旋转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薄片型安装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554480"/>
            <a:ext cx="2011680" cy="2194560"/>
          </a:xfrm>
          <a:prstGeom prst="rect">
            <a:avLst/>
          </a:prstGeom>
          <a:solidFill>
            <a:srgbClr val="1F2D52"/>
          </a:solidFill>
          <a:ln w="12700">
            <a:solidFill>
              <a:srgbClr val="2B3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6642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9204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Pro Micro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4505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即插即用 · 无需驱动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92040" y="2761488"/>
            <a:ext cx="1737360" cy="0"/>
          </a:xfrm>
          <a:prstGeom prst="line">
            <a:avLst/>
          </a:prstGeom>
          <a:noFill/>
          <a:ln w="12700">
            <a:solidFill>
              <a:srgbClr val="2B3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8346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HID 模拟游戏手柄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 读取模拟电压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线性映射到游戏输入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1554480"/>
            <a:ext cx="2011680" cy="2194560"/>
          </a:xfrm>
          <a:prstGeom prst="rect">
            <a:avLst/>
          </a:prstGeom>
          <a:solidFill>
            <a:srgbClr val="1A3A8F"/>
          </a:solidFill>
          <a:ln w="25400">
            <a:solidFill>
              <a:srgbClr val="2B5F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16642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4088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3D打印支架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24505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支持品牌定制外壳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40880" y="2761488"/>
            <a:ext cx="1737360" cy="0"/>
          </a:xfrm>
          <a:prstGeom prst="line">
            <a:avLst/>
          </a:prstGeom>
          <a:noFill/>
          <a:ln w="12700">
            <a:solidFill>
              <a:srgbClr val="2B3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28346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固定传感器位置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精确安装角度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可定制外壳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886200"/>
            <a:ext cx="8229600" cy="54864"/>
          </a:xfrm>
          <a:prstGeom prst="rect">
            <a:avLst/>
          </a:prstGeom>
          <a:solidFill>
            <a:srgbClr val="2B3A6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023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工作原理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920240" y="402336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手把旋转 → 磁铁靠近/远离霍尔传感器 → 磁场强度变化 → 输出电压变化 → ADC 读取 → 映射为游戏输入值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7731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硬件方案 — 霍尔传感器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刹车测试挑战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31920" cy="2331720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00200"/>
            <a:ext cx="3931920" cy="502920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45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模式 01   反应刹车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红灯亮起 → 绿灯亮 → 拉手把刹车 → 测反应时间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测试指标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从绿灯亮起到手把开始拉动的时间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适合场景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反应速度测试 / 新手体验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600200"/>
            <a:ext cx="4114800" cy="2331720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1600200"/>
            <a:ext cx="411480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645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模式 02   刹车距离挑战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2194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摩托车动画冲刺 → 看到障碍 → 拉手把刹车 → 最短距离获胜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606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测试指标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从刹车到完全停下的距离（拉力越深刹车越急）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适合场景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429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性能展示 / 拉力手感体验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330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线性控制优势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3525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手把拉力深浅实时映射为刹车力度，拉得越深刹车越急，真正感受产品性能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4133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支持双人对战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DE5F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773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游戏玩法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游戏流程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13232" y="1554480"/>
            <a:ext cx="457200" cy="457200"/>
          </a:xfrm>
          <a:prstGeom prst="ellipse">
            <a:avLst/>
          </a:prstGeom>
          <a:solidFill>
            <a:srgbClr val="2B5FE3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88720" y="1783080"/>
            <a:ext cx="969264" cy="0"/>
          </a:xfrm>
          <a:prstGeom prst="line">
            <a:avLst/>
          </a:prstGeom>
          <a:noFill/>
          <a:ln w="19050">
            <a:solidFill>
              <a:srgbClr val="2B5FE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65760" y="210312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选手入场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握住手把，调整姿势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57984" y="1554480"/>
            <a:ext cx="457200" cy="457200"/>
          </a:xfrm>
          <a:prstGeom prst="ellipse">
            <a:avLst/>
          </a:prstGeom>
          <a:solidFill>
            <a:srgbClr val="2B5FE3"/>
          </a:solidFill>
          <a:ln/>
        </p:spPr>
      </p:sp>
      <p:sp>
        <p:nvSpPr>
          <p:cNvPr id="12" name="Text 10"/>
          <p:cNvSpPr/>
          <p:nvPr/>
        </p:nvSpPr>
        <p:spPr>
          <a:xfrm>
            <a:off x="2157984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33472" y="1783080"/>
            <a:ext cx="969264" cy="0"/>
          </a:xfrm>
          <a:prstGeom prst="line">
            <a:avLst/>
          </a:prstGeom>
          <a:noFill/>
          <a:ln w="19050">
            <a:solidFill>
              <a:srgbClr val="2B5FE3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810512" y="210312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屏幕准备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10512" y="248716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显示规则说明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02736" y="1554480"/>
            <a:ext cx="457200" cy="457200"/>
          </a:xfrm>
          <a:prstGeom prst="ellipse">
            <a:avLst/>
          </a:prstGeom>
          <a:solidFill>
            <a:srgbClr val="2B5FE3"/>
          </a:solidFill>
          <a:ln/>
        </p:spPr>
      </p:sp>
      <p:sp>
        <p:nvSpPr>
          <p:cNvPr id="17" name="Text 15"/>
          <p:cNvSpPr/>
          <p:nvPr/>
        </p:nvSpPr>
        <p:spPr>
          <a:xfrm>
            <a:off x="3602736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78224" y="1783080"/>
            <a:ext cx="969264" cy="0"/>
          </a:xfrm>
          <a:prstGeom prst="line">
            <a:avLst/>
          </a:prstGeom>
          <a:noFill/>
          <a:ln w="19050">
            <a:solidFill>
              <a:srgbClr val="2B5FE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255264" y="210312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随机倒计时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55264" y="248716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防抢跑，等待出发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47488" y="1554480"/>
            <a:ext cx="457200" cy="457200"/>
          </a:xfrm>
          <a:prstGeom prst="ellipse">
            <a:avLst/>
          </a:prstGeom>
          <a:solidFill>
            <a:srgbClr val="2ED573"/>
          </a:solidFill>
          <a:ln/>
        </p:spPr>
      </p:sp>
      <p:sp>
        <p:nvSpPr>
          <p:cNvPr id="22" name="Text 20"/>
          <p:cNvSpPr/>
          <p:nvPr/>
        </p:nvSpPr>
        <p:spPr>
          <a:xfrm>
            <a:off x="5047488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22976" y="1783080"/>
            <a:ext cx="969264" cy="0"/>
          </a:xfrm>
          <a:prstGeom prst="line">
            <a:avLst/>
          </a:prstGeom>
          <a:noFill/>
          <a:ln w="19050">
            <a:solidFill>
              <a:srgbClr val="2B5FE3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700016" y="210312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D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绿灯亮起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0016" y="248716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障碍出现，出发指令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554480"/>
            <a:ext cx="457200" cy="457200"/>
          </a:xfrm>
          <a:prstGeom prst="ellipse">
            <a:avLst/>
          </a:prstGeom>
          <a:solidFill>
            <a:srgbClr val="2B5FE3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67728" y="1783080"/>
            <a:ext cx="969264" cy="0"/>
          </a:xfrm>
          <a:prstGeom prst="line">
            <a:avLst/>
          </a:prstGeom>
          <a:noFill/>
          <a:ln w="19050">
            <a:solidFill>
              <a:srgbClr val="2B5FE3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144768" y="210312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拉手把刹车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44768" y="248716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线性控制，感受真实手感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36992" y="1554480"/>
            <a:ext cx="457200" cy="457200"/>
          </a:xfrm>
          <a:prstGeom prst="ellipse">
            <a:avLst/>
          </a:prstGeom>
          <a:solidFill>
            <a:srgbClr val="2B5FE3"/>
          </a:solidFill>
          <a:ln/>
        </p:spPr>
      </p:sp>
      <p:sp>
        <p:nvSpPr>
          <p:cNvPr id="32" name="Text 30"/>
          <p:cNvSpPr/>
          <p:nvPr/>
        </p:nvSpPr>
        <p:spPr>
          <a:xfrm>
            <a:off x="7936992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89520" y="2103120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成绩出炉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89520" y="248716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排行榜实时更新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154680"/>
            <a:ext cx="8412480" cy="45720"/>
          </a:xfrm>
          <a:prstGeom prst="rect">
            <a:avLst/>
          </a:prstGeom>
          <a:solidFill>
            <a:srgbClr val="2B3A6A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337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36576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个手把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" y="4187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线性拉力输入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468880" y="3337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246888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计时排行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468880" y="4187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毫秒级精度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0" y="3337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线性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457200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拉力控制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0" y="4187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深度=力度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75120" y="33375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3600" dirty="0"/>
          </a:p>
        </p:txBody>
      </p:sp>
      <p:sp>
        <p:nvSpPr>
          <p:cNvPr id="46" name="Text 44"/>
          <p:cNvSpPr/>
          <p:nvPr/>
        </p:nvSpPr>
        <p:spPr>
          <a:xfrm>
            <a:off x="667512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成绩分享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75120" y="4187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扫码传播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41E3A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773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游戏流程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1234440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00200"/>
            <a:ext cx="54864" cy="1234440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7647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展会引流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1671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入口处设置互动装置，吸引排队体验，制造话题和传播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600200"/>
            <a:ext cx="4023360" cy="1234440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1600200"/>
            <a:ext cx="54864" cy="12344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17647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新品发布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1671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作为产品演示环节，让客户亲手体验新品刹车手把的手感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234440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17520"/>
            <a:ext cx="54864" cy="12344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3000" y="31821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门店互动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5844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线下门店放置品牌互动装置，强化品牌记忆和客户粘性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017520"/>
            <a:ext cx="4023360" cy="1234440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9160" y="3017520"/>
            <a:ext cx="54864" cy="12344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94960" y="31821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客户活动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92040" y="35844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经销商大会、年会等活动的互动体验环节，留下深刻印象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DE5F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773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可选配置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2011680"/>
          </a:xfrm>
          <a:prstGeom prst="rect">
            <a:avLst/>
          </a:prstGeom>
          <a:solidFill>
            <a:srgbClr val="1F2D5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642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手把数量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个手把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可扩展至 4 个手把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支持更多玩家同时对战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273552"/>
            <a:ext cx="2286000" cy="0"/>
          </a:xfrm>
          <a:prstGeom prst="line">
            <a:avLst/>
          </a:prstGeom>
          <a:noFill/>
          <a:ln w="12700">
            <a:solidFill>
              <a:srgbClr val="2B3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标准: 2P / 扩展: 4P+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554480"/>
            <a:ext cx="2651760" cy="2011680"/>
          </a:xfrm>
          <a:prstGeom prst="rect">
            <a:avLst/>
          </a:prstGeom>
          <a:solidFill>
            <a:srgbClr val="1F2D52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642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控制盒外观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标准黑色外壳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423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支持品牌定制配色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丝印品牌 logo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定制外壳材质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3273552"/>
            <a:ext cx="2286000" cy="0"/>
          </a:xfrm>
          <a:prstGeom prst="line">
            <a:avLst/>
          </a:prstGeom>
          <a:noFill/>
          <a:ln w="12700">
            <a:solidFill>
              <a:srgbClr val="2B3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标准黑 / 品牌定制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2651760" cy="2011680"/>
          </a:xfrm>
          <a:prstGeom prst="rect">
            <a:avLst/>
          </a:prstGeom>
          <a:solidFill>
            <a:srgbClr val="1F2D52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6642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游戏模式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1965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反应刹车 / 刹车距离 / 双模式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423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可定制专属游戏主题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配合品牌色定制皮肤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游戏内容灵活扩展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3273552"/>
            <a:ext cx="2286000" cy="0"/>
          </a:xfrm>
          <a:prstGeom prst="line">
            <a:avLst/>
          </a:prstGeom>
          <a:noFill/>
          <a:ln w="12700">
            <a:solidFill>
              <a:srgbClr val="2B3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种模式 / 可定制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3931920" cy="914400"/>
          </a:xfrm>
          <a:prstGeom prst="rect">
            <a:avLst/>
          </a:prstGeom>
          <a:solidFill>
            <a:srgbClr val="1F2D52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749040"/>
            <a:ext cx="54864" cy="914400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大屏适配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0782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1080P / 4K 大屏适配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展会大电视直接投影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749040"/>
            <a:ext cx="3931920" cy="914400"/>
          </a:xfrm>
          <a:prstGeom prst="rect">
            <a:avLst/>
          </a:prstGeom>
          <a:solidFill>
            <a:srgbClr val="1F2D52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3749040"/>
            <a:ext cx="54864" cy="9144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排行榜系统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0782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本地排行榜 / 联网云排行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成绩二维码扫码分享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73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可选配置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5F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交付内容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572768" cy="2926080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7373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75488" y="226771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硬件清单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" y="2633472"/>
            <a:ext cx="1280160" cy="0"/>
          </a:xfrm>
          <a:prstGeom prst="line">
            <a:avLst/>
          </a:prstGeom>
          <a:noFill/>
          <a:ln w="12700">
            <a:solidFill>
              <a:srgbClr val="B8C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724912"/>
            <a:ext cx="13533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霍尔传感器 × 2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Pro Micro × 1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打印支架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控制盒外壳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连接线材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1600200"/>
            <a:ext cx="1572768" cy="2926080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12" name="Text 10"/>
          <p:cNvSpPr/>
          <p:nvPr/>
        </p:nvSpPr>
        <p:spPr>
          <a:xfrm>
            <a:off x="2212848" y="17373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212848" y="226771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软件系统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12848" y="2633472"/>
            <a:ext cx="1280160" cy="0"/>
          </a:xfrm>
          <a:prstGeom prst="line">
            <a:avLst/>
          </a:prstGeom>
          <a:noFill/>
          <a:ln w="12700">
            <a:solidFill>
              <a:srgbClr val="B8C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12848" y="2724912"/>
            <a:ext cx="13533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游戏程序 × 1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排行榜系统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固件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安装说明文档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1600200"/>
            <a:ext cx="1572768" cy="2926080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17" name="Text 15"/>
          <p:cNvSpPr/>
          <p:nvPr/>
        </p:nvSpPr>
        <p:spPr>
          <a:xfrm>
            <a:off x="3950208" y="17373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950208" y="226771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安装调试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50208" y="2633472"/>
            <a:ext cx="1280160" cy="0"/>
          </a:xfrm>
          <a:prstGeom prst="line">
            <a:avLst/>
          </a:prstGeom>
          <a:noFill/>
          <a:ln w="12700">
            <a:solidFill>
              <a:srgbClr val="B8C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0208" y="2724912"/>
            <a:ext cx="13533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传感器安装指导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编程烧录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游戏调试参数设置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现场测试支持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1600200"/>
            <a:ext cx="1572768" cy="2926080"/>
          </a:xfrm>
          <a:prstGeom prst="rect">
            <a:avLst/>
          </a:prstGeom>
          <a:solidFill>
            <a:srgbClr val="E8EEFA"/>
          </a:solidFill>
          <a:ln/>
        </p:spPr>
      </p:sp>
      <p:sp>
        <p:nvSpPr>
          <p:cNvPr id="22" name="Text 20"/>
          <p:cNvSpPr/>
          <p:nvPr/>
        </p:nvSpPr>
        <p:spPr>
          <a:xfrm>
            <a:off x="5687568" y="17373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5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87568" y="226771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技术支持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87568" y="2633472"/>
            <a:ext cx="1280160" cy="0"/>
          </a:xfrm>
          <a:prstGeom prst="line">
            <a:avLst/>
          </a:prstGeom>
          <a:noFill/>
          <a:ln w="12700">
            <a:solidFill>
              <a:srgbClr val="B8C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2724912"/>
            <a:ext cx="13533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远程技术支持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现场技术人员（可选）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游戏模式定制开发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0" y="1600200"/>
            <a:ext cx="1572768" cy="2926080"/>
          </a:xfrm>
          <a:prstGeom prst="rect">
            <a:avLst/>
          </a:prstGeom>
          <a:solidFill>
            <a:srgbClr val="1A3A8F"/>
          </a:solidFill>
          <a:ln w="25400">
            <a:solidFill>
              <a:srgbClr val="2B5F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24928" y="17373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424928" y="226771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交付周期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24928" y="2633472"/>
            <a:ext cx="1280160" cy="0"/>
          </a:xfrm>
          <a:prstGeom prst="line">
            <a:avLst/>
          </a:prstGeom>
          <a:noFill/>
          <a:ln w="12700">
            <a:solidFill>
              <a:srgbClr val="3B6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24928" y="2724912"/>
            <a:ext cx="13533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周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从确认方案到现场交付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5D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包含定制化开发时间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DE5F5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773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交付内容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摩托车刹车手把互动装置</dc:title>
  <dc:subject>PptxGenJS Presentation</dc:subject>
  <dc:creator>RCB Project</dc:creator>
  <cp:lastModifiedBy>RCB Project</cp:lastModifiedBy>
  <cp:revision>1</cp:revision>
  <dcterms:created xsi:type="dcterms:W3CDTF">2026-05-30T06:49:23Z</dcterms:created>
  <dcterms:modified xsi:type="dcterms:W3CDTF">2026-05-30T06:49:23Z</dcterms:modified>
</cp:coreProperties>
</file>